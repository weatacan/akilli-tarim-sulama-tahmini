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B1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B1C"/>
                </a:solidFill>
                <a:latin typeface="Arial"/>
              </a:rPr>
              <a:t>Toprak Nemi (%) — Sınıfa Göre Ortalama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Toprak Nemi (%)</c:v>
                </c:pt>
              </c:strCache>
            </c:strRef>
          </c:tx>
          <c:spPr>
            <a:solidFill>
              <a:srgbClr val="C97B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B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7B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Evet (sulama gerekli)</c:v>
                  </c:pt>
                  <c:pt idx="1">
                    <c:v>Hayır (gerekli değil)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37.7</c:v>
                </c:pt>
                <c:pt idx="1">
                  <c:v>54.5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3B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B1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B1C"/>
                </a:solidFill>
                <a:latin typeface="Arial"/>
              </a:rPr>
              <a:t>Sıcaklık (°C) — Sınıfa Göre Ortalama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Sıcaklık (°C)</c:v>
                </c:pt>
              </c:strCache>
            </c:strRef>
          </c:tx>
          <c:spPr>
            <a:solidFill>
              <a:srgbClr val="C97B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B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7B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Evet (sulama gerekli)</c:v>
                  </c:pt>
                  <c:pt idx="1">
                    <c:v>Hayır (gerekli değil)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26.2</c:v>
                </c:pt>
                <c:pt idx="1">
                  <c:v>18.2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3B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B1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B1C"/>
                </a:solidFill>
                <a:latin typeface="Arial"/>
              </a:rPr>
              <a:t>Sınıf Bazında Precision / Recall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3B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Evet</c:v>
                  </c:pt>
                  <c:pt idx="1">
                    <c:v>Hayır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0.74</c:v>
                </c:pt>
                <c:pt idx="1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3B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Evet</c:v>
                  </c:pt>
                  <c:pt idx="1">
                    <c:v>Hayır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0.73</c:v>
                </c:pt>
                <c:pt idx="1">
                  <c:v>0.7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3B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97BC6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AKILLI TARIM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Nemine Göre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Sulama İhtiyacı Tahmini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Yapay Zeka Projesi: Veriden Tahmine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Veri  →  Model  →  Sonuç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ve Veri Seti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8872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3F7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nemi, sıcaklık ve toprak nem oranından yola çıkarak, bir bitkinin o an sulanmaya ihtiyacı olup olmadığını tahmin et.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Türü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3611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(Evet / Hayır)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97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Değişken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sulama_gerekli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israfını önler, çiftçinin sulama zamanlamasını iyileştirir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SETİ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“Plants” (Kaggle)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sütunu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921240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92124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sütunu (Evet/Hayır)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Sütunlar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A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— toprak nemi (%)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910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A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sıcaklık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2943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A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Humidity — toprak nem oranı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6784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A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sulama_gerekli — hedef (Evet/Hayır)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Yapay Zeka Projesi  |  Akıllı Tarım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Keşif Bulguları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88720" cy="45720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37160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3F7F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846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nemi en belirleyici özellik: sınıflar arasında ~17 puanlık fark var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Sıcaklık da anlamlı: sıcak havalarda sulama ihtiyacı belirgin şekilde artıyor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Humidity ayırt edici değil (45,3 vs 44,6) — modele katkısı düşük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Sınıflar tek bir çizgiyle ayrılamıyor → çok özellikli bir model (Karar Ağacı) gerekli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Yapay Zeka Projesi  |  Akıllı Tarım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ve Sonuçlar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8872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DecisionTreeClassifier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EDA'da sınıfların tek bir doğrusal eşikle ayrılmadığı görüldü; karar ağacı, birden fazla özelliği birleştiren kurallar öğrenebildiği için bu veri için uygun bir seçim.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seti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3063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80.000 satır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566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satır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4069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(aşırı öğrenmeyi önlemek için)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3F7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Eğitim: %72,3      Test: %71,8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349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 birbirine yakın → model aşırı öğrenme (overfitting) yapmıyor, genelleşebiliyor.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DOĞRULUĞU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19659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%71,8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00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sınıflandırma oranı (accuracy_score)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217920" y="3977640"/>
          <a:ext cx="53949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Yapay Zeka Projesi  |  Akıllı Tarım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Akıllı Tahmin Aracı ve Sonuç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8872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122412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tahmin_et(toprak_nemi, sıcaklık, nem_oranı)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Toprak nemi (%): 10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Sıcaklık (°C): 20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Toprak nem oranı (%): 5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Sonuç: SULAMA GEREKLİ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Kullanıcıdan toprak nemi, sıcaklık ve toprak nem oranını alır; eğitilmiş Karar Ağacı modeliyle anında “Evet / Hayır” sulama kararı üretir ve okunabilir bir cümleyle yazdırır.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783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ve iklim verisinden yola çıkarak sulama ihtiyacını %71,8 doğrulukla tahmin eden, uçtan uca çalışan bir yapay zeka uygulaması geliştirildi.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SONRAKİ ADIMLAR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3375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A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max_depth değerleri deneyerek doğruluğu artırmak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A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ile karşılaştırma yapmak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A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Yağış ve bitki türü gibi ek verilerle modeli zenginleştirmek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Yapay Zeka Projesi  |  Akıllı Tarım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2026-09-18T19:15:28Z</dcterms:created>
  <dcterms:modified xsi:type="dcterms:W3CDTF">2026-09-18T19:15:28Z</dcterms:modified>
</cp:coreProperties>
</file>